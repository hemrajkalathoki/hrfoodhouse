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60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9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0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3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0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7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1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36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4553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32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41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3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4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065959-8BA4-4C94-A3A2-2E5E111B960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2D380-2AC0-4463-B92A-3791B900E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85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671945"/>
            <a:ext cx="8825658" cy="33295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Project Defense Of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 House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223198"/>
            <a:ext cx="8825658" cy="861420"/>
          </a:xfrm>
        </p:spPr>
        <p:txBody>
          <a:bodyPr>
            <a:noAutofit/>
          </a:bodyPr>
          <a:lstStyle/>
          <a:p>
            <a:pPr algn="r"/>
            <a:r>
              <a:rPr lang="en-US" sz="2400" b="1" u="sng" cap="none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By:</a:t>
            </a:r>
          </a:p>
          <a:p>
            <a:pPr algn="r"/>
            <a:r>
              <a:rPr lang="en-US" sz="2400" cap="none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Hemraj Kalathoki/Roshani Dhital</a:t>
            </a:r>
          </a:p>
          <a:p>
            <a:pPr algn="r"/>
            <a:r>
              <a:rPr lang="en-US" sz="2400" cap="none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 10/15</a:t>
            </a:r>
          </a:p>
          <a:p>
            <a:pPr algn="r"/>
            <a:r>
              <a:rPr lang="en-US" sz="2400" cap="none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BCA 4</a:t>
            </a:r>
            <a:r>
              <a:rPr lang="en-US" sz="2400" cap="none" baseline="300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US" sz="2400" cap="none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endParaRPr lang="en-US" sz="24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57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83300"/>
            <a:ext cx="12191999" cy="1400530"/>
          </a:xfrm>
        </p:spPr>
        <p:txBody>
          <a:bodyPr/>
          <a:lstStyle/>
          <a:p>
            <a:pPr algn="ctr"/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 House</a:t>
            </a: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30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40555"/>
          </a:xfrm>
        </p:spPr>
        <p:txBody>
          <a:bodyPr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748118"/>
            <a:ext cx="8946541" cy="4486427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“Food House” is a web-based application.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customers to provide healthy, good foods as fast as possible.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to build this system is to provide fast, secure, reliable food service to customers. Like: students, officer workers etc.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website will serve as an effective medium for ordering foods item online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customer.</a:t>
            </a:r>
          </a:p>
        </p:txBody>
      </p:sp>
    </p:spTree>
    <p:extLst>
      <p:ext uri="{BB962C8B-B14F-4D97-AF65-F5344CB8AC3E}">
        <p14:creationId xmlns:p14="http://schemas.microsoft.com/office/powerpoint/2010/main" val="249102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25208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find Hygiene foods and quality foods.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are 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on  physical hotels/foody places.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cannot able to order properly their foods in existing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determine the foods are available 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the people to find the particular foody places in crowded areas</a:t>
            </a:r>
          </a:p>
        </p:txBody>
      </p:sp>
    </p:spTree>
    <p:extLst>
      <p:ext uri="{BB962C8B-B14F-4D97-AF65-F5344CB8AC3E}">
        <p14:creationId xmlns:p14="http://schemas.microsoft.com/office/powerpoint/2010/main" val="147837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give facilities to the people to view and order the items.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give the easy information to all the customers about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serve customer well service of foods in short time that helps to save time consumption.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18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automated system, so user have to check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 menu manually.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should have basic knowledge of technology.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online payment for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95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Methodology</a:t>
            </a:r>
            <a:endParaRPr lang="en-US" dirty="0"/>
          </a:p>
        </p:txBody>
      </p:sp>
      <p:pic>
        <p:nvPicPr>
          <p:cNvPr id="1026" name="Picture 2" descr="SDLC - Waterfall Mode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73" y="1260765"/>
            <a:ext cx="8285018" cy="477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28653" y="6165273"/>
            <a:ext cx="2549237" cy="346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Fig. : Waterfall Model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99018" y="1676400"/>
            <a:ext cx="1620982" cy="3015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1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129" y="120209"/>
            <a:ext cx="9404723" cy="1400530"/>
          </a:xfrm>
        </p:spPr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073" y="1039092"/>
            <a:ext cx="8575963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6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838" y="258754"/>
            <a:ext cx="9404723" cy="1400530"/>
          </a:xfrm>
        </p:spPr>
        <p:txBody>
          <a:bodyPr/>
          <a:lstStyle/>
          <a:p>
            <a:r>
              <a:rPr lang="en-US" dirty="0" err="1" smtClean="0"/>
              <a:t>UseCase</a:t>
            </a:r>
            <a:r>
              <a:rPr lang="en-US" dirty="0" smtClean="0"/>
              <a:t>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654" y="959019"/>
            <a:ext cx="5888182" cy="548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1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617" y="1853248"/>
            <a:ext cx="9615055" cy="324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1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Schema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272" y="1395775"/>
            <a:ext cx="8312727" cy="446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7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Homepage design of </a:t>
            </a:r>
            <a:r>
              <a:rPr lang="en-US" dirty="0" err="1" smtClean="0"/>
              <a:t>FoodHouse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8113" y="1446247"/>
            <a:ext cx="8947150" cy="473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3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Bootstrap-5,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Ajax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 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 i.e.: 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Editor 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Vs code, sublime text 3.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28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311" y="2052920"/>
            <a:ext cx="9314325" cy="420933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“Food House”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technically feasible as we have the necessary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knowledge of programming language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 Html,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Economical Feasibility 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an open-source technologies, and does not require a additional software and hardware and also there are not any recurring cost rather than internet.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user interface is quite good and the normal user also can use the system easily. To operate a system no any extra training is required, so this system is operationally feasible.</a:t>
            </a:r>
          </a:p>
        </p:txBody>
      </p:sp>
    </p:spTree>
    <p:extLst>
      <p:ext uri="{BB962C8B-B14F-4D97-AF65-F5344CB8AC3E}">
        <p14:creationId xmlns:p14="http://schemas.microsoft.com/office/powerpoint/2010/main" val="326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Gantt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182" y="1288472"/>
            <a:ext cx="8908472" cy="519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5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help of this system user are able to do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order food online,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save time of search of foody place,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to have hygiene foods.</a:t>
            </a:r>
          </a:p>
        </p:txBody>
      </p:sp>
    </p:spTree>
    <p:extLst>
      <p:ext uri="{BB962C8B-B14F-4D97-AF65-F5344CB8AC3E}">
        <p14:creationId xmlns:p14="http://schemas.microsoft.com/office/powerpoint/2010/main" val="247288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18827"/>
            <a:ext cx="12192000" cy="1400530"/>
          </a:xfrm>
        </p:spPr>
        <p:txBody>
          <a:bodyPr/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QUERIES SESSION….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(Any Questions ?)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79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63409"/>
            <a:ext cx="12192000" cy="1400530"/>
          </a:xfrm>
        </p:spPr>
        <p:txBody>
          <a:bodyPr/>
          <a:lstStyle/>
          <a:p>
            <a:pPr algn="ctr"/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See our project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72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810</TotalTime>
  <Words>423</Words>
  <Application>Microsoft Office PowerPoint</Application>
  <PresentationFormat>Widescreen</PresentationFormat>
  <Paragraphs>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Century Gothic</vt:lpstr>
      <vt:lpstr>Times New Roman</vt:lpstr>
      <vt:lpstr>Wingdings</vt:lpstr>
      <vt:lpstr>Wingdings 3</vt:lpstr>
      <vt:lpstr>Ion</vt:lpstr>
      <vt:lpstr>Presentation  On Project Defense Of “Food House”</vt:lpstr>
      <vt:lpstr>Food House</vt:lpstr>
      <vt:lpstr>Introduction</vt:lpstr>
      <vt:lpstr>Problem Statement</vt:lpstr>
      <vt:lpstr>Objectives</vt:lpstr>
      <vt:lpstr>Limitations</vt:lpstr>
      <vt:lpstr>Methodology</vt:lpstr>
      <vt:lpstr>Flow Chart</vt:lpstr>
      <vt:lpstr>UseCase Diagram</vt:lpstr>
      <vt:lpstr>System Architecture</vt:lpstr>
      <vt:lpstr>Database Schema</vt:lpstr>
      <vt:lpstr>Homepage design of FoodHouse</vt:lpstr>
      <vt:lpstr>Tools And Techniques</vt:lpstr>
      <vt:lpstr>Feasibility Study</vt:lpstr>
      <vt:lpstr>Gantt Chart</vt:lpstr>
      <vt:lpstr>Results And Outcome</vt:lpstr>
      <vt:lpstr>QUERIES SESSION…. (Any Questions ?)</vt:lpstr>
      <vt:lpstr>Let’s See our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On “Food House”</dc:title>
  <dc:creator>Hemraj Kalathoki</dc:creator>
  <cp:lastModifiedBy>Hemraj Kalathoki</cp:lastModifiedBy>
  <cp:revision>27</cp:revision>
  <dcterms:created xsi:type="dcterms:W3CDTF">2023-05-14T16:18:53Z</dcterms:created>
  <dcterms:modified xsi:type="dcterms:W3CDTF">2023-10-05T07:16:13Z</dcterms:modified>
</cp:coreProperties>
</file>