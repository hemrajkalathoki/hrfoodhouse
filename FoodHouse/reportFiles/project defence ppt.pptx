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20663-4EF7-7B87-A0A3-6AE659A82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49D4B9-39E6-2606-BE73-EC7587C391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3D136-44A8-AD37-63E4-0759BF9DE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40F6-EDD8-46E1-BA6B-CE39ABC88718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2DD5A-44C0-7E85-7C2D-EFBC89286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D2234-8D0A-5C5C-76CE-1C5AC134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ED2DD-9FC5-416D-8271-7B31938D6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48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5282-0ACF-F8F5-DECE-1633982D0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C4E84-69BF-B11E-4542-99806A3BC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5E842-E405-8EE3-4B91-0BFCF4BCD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40F6-EDD8-46E1-BA6B-CE39ABC88718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8516D-B368-1E04-5550-F158F9327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20F03-467A-7094-5C79-C6049D09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ED2DD-9FC5-416D-8271-7B31938D6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16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F397-23E4-AD29-676B-23237C1DC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C024A-7E95-1247-006A-54E30F39C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1920B-12CA-1457-8D87-C74675C60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40F6-EDD8-46E1-BA6B-CE39ABC88718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11D0D-A2A1-CA59-725C-2D84E41E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DDE94-D031-8C3E-A723-11D0043F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ED2DD-9FC5-416D-8271-7B31938D6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713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040B-9CFB-3E06-21BC-7D00BA528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A4BCD-53CE-72FE-3383-A4134B8F73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0EE0C-3AF1-7ADC-E445-C7A9AA45E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F775CB-DF24-C379-50F6-8DE5D6F0C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40F6-EDD8-46E1-BA6B-CE39ABC88718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A85B0-5074-3FBB-E0F0-879F6B770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4120E-0B69-3B60-75B4-FA69E2D7A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ED2DD-9FC5-416D-8271-7B31938D6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74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D926D-FCFC-98D1-9A55-510981A17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D3F81-53A8-6DEE-623D-8BAF0710A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3F56AC-5C13-9A31-E65E-8D17F922A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C3A155-381A-16E4-94CD-51313C1BF2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9CEF6-DC6F-FBE2-C858-1855851696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5EEAF7-75AF-3D2D-EB97-28178E08E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40F6-EDD8-46E1-BA6B-CE39ABC88718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A56EAB-A126-3E6B-896F-3DA189D71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6EE9CE-01F3-CC01-1C4F-3A6A1F800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ED2DD-9FC5-416D-8271-7B31938D6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315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1CF9E-B868-CC3B-C160-651326350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7116B8-C798-D505-857B-4686A1752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40F6-EDD8-46E1-BA6B-CE39ABC88718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7F4A9-F800-102F-A466-189BC350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C2621-AD92-DCB3-2129-91F876E45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ED2DD-9FC5-416D-8271-7B31938D6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071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EA8A16-A1C4-A733-BAF5-3046B2C0F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40F6-EDD8-46E1-BA6B-CE39ABC88718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5F159-6C3C-AF61-FBEB-5F72CB52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AD5BF-CA6A-1C1F-C469-E5A298822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ED2DD-9FC5-416D-8271-7B31938D6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3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2FDBF-06DC-4C52-83CA-FE3DB3ED3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7917D-1ACB-53D9-6A72-733422FD5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BA3F9-D98D-70DA-CA71-51E703683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307CD-283A-393D-426D-75B43706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40F6-EDD8-46E1-BA6B-CE39ABC88718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A88F9-1112-22C4-D7C0-28E9DD91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76BDF-6FB0-9816-68E7-844B23888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ED2DD-9FC5-416D-8271-7B31938D6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016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1E677-A6F9-73D3-A0E5-2D227E9DF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ABE59A-ACA5-BFC2-45CC-9B56F1E1C7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9769CF-565E-06A6-191E-DA2860AE0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235B8-C100-6AF8-081B-3629CA140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40F6-EDD8-46E1-BA6B-CE39ABC88718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0952D-ECEA-4545-167B-4F9A80F28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F9B87-6149-099C-771D-CB8CFE6D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ED2DD-9FC5-416D-8271-7B31938D6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123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84AA7-AFB4-DE4E-7293-A5B482C51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81BE25-3858-49C3-FD56-E4F8AA464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61958-0C0E-4525-BAB5-2D3FBDD81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40F6-EDD8-46E1-BA6B-CE39ABC88718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F4E7F-E181-E1A8-3F58-FACD0A009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2641F-0A1D-A7EE-4A2E-61D2A1FDF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ED2DD-9FC5-416D-8271-7B31938D6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28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943781-C928-F04C-EDB0-A09C86F48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8FAE8-E181-1B0F-04E8-DC8997CC5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99827-C7BD-EA9F-0229-87AAE7ED0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40F6-EDD8-46E1-BA6B-CE39ABC88718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6503C-A103-992B-BA1B-5F2D5A4A1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9CED9-D34C-5DAE-7AB6-F6A3DA15B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ED2DD-9FC5-416D-8271-7B31938D6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34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F48BCB-2B17-13AA-CFF9-302713EB2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78AC6-2FF3-D009-9BDD-CED6188AF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246BF-2D06-75DC-F2EC-577809B081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A40F6-EDD8-46E1-BA6B-CE39ABC88718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1F1C9-8086-631D-A6A4-780226A862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94CC-07BB-7519-AB03-D444A09BE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ED2DD-9FC5-416D-8271-7B31938D6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2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4379E-227C-C2D4-C97D-14D27233F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40774"/>
            <a:ext cx="9144000" cy="139618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Clothing Store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A4DA57-58A5-53AC-F700-EF9262493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320" y="1683774"/>
            <a:ext cx="9144000" cy="3490451"/>
          </a:xfrm>
        </p:spPr>
        <p:txBody>
          <a:bodyPr/>
          <a:lstStyle/>
          <a:p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No:676</a:t>
            </a:r>
          </a:p>
          <a:p>
            <a:pPr algn="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Name:ghjghjb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No:767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Date:778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Name: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Aadim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National College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530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3F383-77F7-0687-CCEC-1F747E6C8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2ABC5-F155-D8C8-D57F-61A62D7A4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Create a unique shopping experience that offers high-end fashion, personalized customer service, and curated collections of clothing from top luxury brands.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778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1CB01-62C9-B725-7265-89F82C722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54AC4-B148-968F-A836-CD0984326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shopping charge high than agreed such as additional delivery charge.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shopping found to be giving wrong description about product such as poor quality of product.</a:t>
            </a:r>
          </a:p>
        </p:txBody>
      </p:sp>
    </p:spTree>
    <p:extLst>
      <p:ext uri="{BB962C8B-B14F-4D97-AF65-F5344CB8AC3E}">
        <p14:creationId xmlns:p14="http://schemas.microsoft.com/office/powerpoint/2010/main" val="3038336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3D9CF-5BBA-4990-2F64-9EDDB733D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8174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8DF372-8E98-2EFB-1066-A2B17E338F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45924"/>
            <a:ext cx="9144000" cy="2188723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the information of products.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showcase the products of the shop along with their prices.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convenient shopping from home.</a:t>
            </a:r>
          </a:p>
        </p:txBody>
      </p:sp>
    </p:spTree>
    <p:extLst>
      <p:ext uri="{BB962C8B-B14F-4D97-AF65-F5344CB8AC3E}">
        <p14:creationId xmlns:p14="http://schemas.microsoft.com/office/powerpoint/2010/main" val="1327142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9CF93-DEA8-152A-C56B-4193B61C9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FA62C-1EAE-7F66-00E0-503C2638D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Unable to try on clothes and see the fabric or fit in person.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of receiving damaged or incorrect items.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cannot bargain.</a:t>
            </a:r>
          </a:p>
        </p:txBody>
      </p:sp>
    </p:spTree>
    <p:extLst>
      <p:ext uri="{BB962C8B-B14F-4D97-AF65-F5344CB8AC3E}">
        <p14:creationId xmlns:p14="http://schemas.microsoft.com/office/powerpoint/2010/main" val="4064993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FDCB-E735-5455-196B-B8621BA52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Required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895C5-0EC1-2A2A-D7F3-440A83CFF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tool: </a:t>
            </a:r>
            <a:r>
              <a:rPr lang="en-US" sz="2400" dirty="0"/>
              <a:t>Html and CSS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tool: </a:t>
            </a:r>
            <a:r>
              <a:rPr lang="en-US" sz="2400" dirty="0"/>
              <a:t>PHP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2400" dirty="0" err="1"/>
              <a:t>MySql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Editor: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229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1D92A-CA4B-C9F4-59B8-A6C6BBCA1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F141E-A2C9-6FF7-603B-68AE71D04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lnSpc>
                <a:spcPct val="11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echnical Feasibility: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this system, it uses existing technologies, software, and hardware so there is no technological hurdle to building this system. All the required technologies are easily available to us.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1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does not require extra software and hardware i.e. it uses opensource technologies. So, there is no recurring cost than just the internet connection.</a:t>
            </a:r>
          </a:p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required operations such as internet service are available and there isn’t any legal issue. So, this project can be considered operationally feasible.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073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4282A-6D06-1E8B-5038-1DFAC79C8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9D8F4-4B88-079E-0DF8-A45056C35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6EBC38-D603-249D-DC8C-8233BFAAB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374" y="1425677"/>
            <a:ext cx="6882581" cy="421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742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E3B1F-1C7F-E538-C3DD-71357E9B5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68F8D-54A4-8F4D-CC51-AEDC9FCE9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Attract customer and increase customer collection.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customers experience.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Customers can easily buy and get clothes from respected stores to their places effortlessly</a:t>
            </a:r>
          </a:p>
        </p:txBody>
      </p:sp>
    </p:spTree>
    <p:extLst>
      <p:ext uri="{BB962C8B-B14F-4D97-AF65-F5344CB8AC3E}">
        <p14:creationId xmlns:p14="http://schemas.microsoft.com/office/powerpoint/2010/main" val="3098881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15194-2B1D-85AD-280D-3D8F91CEC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1420A-D0B8-4D2A-A0F4-9025FEB87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way we design a Online Clothing Store using the existing technology and resources available with us.</a:t>
            </a:r>
          </a:p>
        </p:txBody>
      </p:sp>
    </p:spTree>
    <p:extLst>
      <p:ext uri="{BB962C8B-B14F-4D97-AF65-F5344CB8AC3E}">
        <p14:creationId xmlns:p14="http://schemas.microsoft.com/office/powerpoint/2010/main" val="4230249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26A28-C9F0-D1C9-5A98-C2D94F7D1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F574C-EE1D-24CB-FE52-1C8C22143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341037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321</Words>
  <Application>Microsoft Office PowerPoint</Application>
  <PresentationFormat>Widescreen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Project Defence on Online Clothing Store</vt:lpstr>
      <vt:lpstr>Introduction</vt:lpstr>
      <vt:lpstr>Problem Statement</vt:lpstr>
      <vt:lpstr>Objectives</vt:lpstr>
      <vt:lpstr>Limitations</vt:lpstr>
      <vt:lpstr>Tools Required</vt:lpstr>
      <vt:lpstr>Feasibility Study</vt:lpstr>
      <vt:lpstr>Gantt Chart</vt:lpstr>
      <vt:lpstr>Expected Outcome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Defence on Online Clothing Store</dc:title>
  <dc:creator>Sharad Khanal</dc:creator>
  <cp:lastModifiedBy>Sharad Khanal</cp:lastModifiedBy>
  <cp:revision>2</cp:revision>
  <dcterms:created xsi:type="dcterms:W3CDTF">2023-04-05T15:48:21Z</dcterms:created>
  <dcterms:modified xsi:type="dcterms:W3CDTF">2023-06-09T04:04:28Z</dcterms:modified>
</cp:coreProperties>
</file>