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9" r:id="rId6"/>
    <p:sldId id="264" r:id="rId7"/>
    <p:sldId id="270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8653A-FC5E-4027-A5DB-9FDF2F2621B2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4075C-571F-42A8-88FD-501506156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5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B6999-F36D-4B44-879E-D411CE80BB5F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85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CCD4-8861-402C-B0E2-3D8696860F7C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36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AD0E-72A1-4187-AF1F-41BE80BED843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56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5DB5-FD11-43F7-BDFF-9D42B136730E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84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2FDD-D7A5-4486-9970-D7E558BD813B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74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C857-ED6C-4F27-81DF-F15A000B3C63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33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97C6F-BD0F-4511-864E-AFE411E6194A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6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5A819-93CE-45A2-991C-6804F48E886F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4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76136-D6AF-4031-876F-0225AC806485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9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7D61-546B-4688-BB93-68081B844BC4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479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7D61-546B-4688-BB93-68081B844BC4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04056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7D61-546B-4688-BB93-68081B844BC4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919228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7D61-546B-4688-BB93-68081B844BC4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9109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7D61-546B-4688-BB93-68081B844BC4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32475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7D61-546B-4688-BB93-68081B844BC4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4577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9ECB2-D15D-40C8-93B2-00C57919DD11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7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350C4-8835-4A1C-A90C-E2CEA2873C98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24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D297D61-546B-4688-BB93-68081B844BC4}" type="datetime1">
              <a:rPr lang="en-US" smtClean="0"/>
              <a:t>8/5/2023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226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335D-BE87-4C1E-812E-AC861E17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884744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1EB87-E823-42A2-A310-8773E5DBE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3212757"/>
            <a:ext cx="8595360" cy="2967380"/>
          </a:xfrm>
        </p:spPr>
        <p:txBody>
          <a:bodyPr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Santosh Kalathoki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BCA 8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2080-03-17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14A14-D33E-42C8-8F3A-76443ED3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08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D41A-4862-462F-8D7A-731D0ADB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9CEFF-C94A-4A3A-81E5-AFD090C27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0863"/>
            <a:ext cx="8595360" cy="435133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house is the web-based application.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records  the entry and exit time of vehicles and also maintain a list of vehicles within the parking lot.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updates the location of parking places to the users.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E0432-EC68-49F3-80D3-1AD23621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32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0745-B145-4E19-BFCC-6F8033C5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AE79-B26D-4F08-B880-6EB309F6D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system is unmanaged in the places like New Road,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MahaBouddha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systematic record of parked vehicle.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cannot able to prebook their seats in existing system.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the people to find the particular parking places in crowded areas.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Difficult to determine the parking area is full or empty.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71A55-B75A-4A90-BC28-57E144B3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17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6EC2-17CC-44DC-AF6A-05F3E1C0A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0A72-0019-44E2-A0E5-0BC645852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51222"/>
            <a:ext cx="8595360" cy="435133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trace the nearby parking places,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determine if there is  parking places is available or not,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prebook the parking seats in parking areas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make parking details digitalized.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69D24-47E7-48D0-B620-BE5ED260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84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6EC2-17CC-44DC-AF6A-05F3E1C0A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0A72-0019-44E2-A0E5-0BC645852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88292"/>
            <a:ext cx="8595360" cy="431426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can trace the parking areas.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can determine the parking area is full or not.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system can record digitally about parking vehicles.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69D24-47E7-48D0-B620-BE5ED260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76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2670-448E-4DA1-AC84-3FF27C5A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ABC8-3709-4B7D-BC95-21AF5379B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internet connection to run the app.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GPS should be turn on in order to run the app.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app users can use prebooking features.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Since, I’m using google API there is a limit on number of request per month.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11094-4CCD-4469-BDFB-59821DE7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2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1678-819F-46E8-8A3A-F34A8BAA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699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FE1B0-46FC-4804-85B2-083304A72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69308"/>
            <a:ext cx="8595360" cy="501684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Android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and SDK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Management: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Waterfall Model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79A6B-486C-4E0B-B9E3-1E62DA5D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1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BA0B-858E-4353-9405-40DF356C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E953-843E-46EE-88B4-9A1C86FB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“Parking House” is the android-based application that helps the user to reserve the parking seats and help to park the vehicle in the authorized places.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06303-739C-429A-BFD7-1E970AC5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878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FA3C-BDEA-4CC3-BBE0-BA9FD08C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083" y="1687933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FAAED-7881-44C2-8414-7AD3B7F0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9</a:t>
            </a:fld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92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AF2E-893D-4823-AA16-8F7F9741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26" y="2256344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67C42-3FFC-4F95-824F-6643FD6C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784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1321</TotalTime>
  <Words>303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Parking House</vt:lpstr>
      <vt:lpstr>Introduction</vt:lpstr>
      <vt:lpstr>Problem Statement</vt:lpstr>
      <vt:lpstr>Objectives</vt:lpstr>
      <vt:lpstr>Scope</vt:lpstr>
      <vt:lpstr>Limitations</vt:lpstr>
      <vt:lpstr>Tools and Technology</vt:lpstr>
      <vt:lpstr>Conclusion</vt:lpstr>
      <vt:lpstr>Any Questions?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House</dc:title>
  <dc:creator>Santosh Kalathoki</dc:creator>
  <cp:lastModifiedBy>Santosh Kalathoki</cp:lastModifiedBy>
  <cp:revision>25</cp:revision>
  <dcterms:created xsi:type="dcterms:W3CDTF">2022-01-29T03:32:44Z</dcterms:created>
  <dcterms:modified xsi:type="dcterms:W3CDTF">2023-08-05T14:46:24Z</dcterms:modified>
</cp:coreProperties>
</file>